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0" r:id="rId2"/>
    <p:sldId id="278" r:id="rId3"/>
    <p:sldId id="258" r:id="rId4"/>
    <p:sldId id="259" r:id="rId5"/>
    <p:sldId id="263" r:id="rId6"/>
    <p:sldId id="274" r:id="rId7"/>
    <p:sldId id="275" r:id="rId8"/>
    <p:sldId id="28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97"/>
  </p:normalViewPr>
  <p:slideViewPr>
    <p:cSldViewPr snapToGrid="0">
      <p:cViewPr varScale="1">
        <p:scale>
          <a:sx n="98" d="100"/>
          <a:sy n="98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EC8C8-0BB3-46DB-A4FA-76723DA3FA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0574E-C267-456D-9F90-79466136D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0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D4B4-91F0-BBB0-46F8-FB1A771C9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99019"/>
            <a:ext cx="9144000" cy="2387599"/>
          </a:xfrm>
        </p:spPr>
        <p:txBody>
          <a:bodyPr anchor="b">
            <a:normAutofit/>
          </a:bodyPr>
          <a:lstStyle>
            <a:lvl1pPr algn="ctr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7AD2D-9A58-5D46-48D4-ED691D88C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69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DB164-72A9-1857-3EA7-5EFD8825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49440-1EE5-85C1-6CD5-89987FBE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5EA9-71A2-4121-7255-841A5074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그림 4">
            <a:extLst>
              <a:ext uri="{FF2B5EF4-FFF2-40B4-BE49-F238E27FC236}">
                <a16:creationId xmlns:a16="http://schemas.microsoft.com/office/drawing/2014/main" id="{BE01D676-0AD9-7E34-0D6C-D3B11DB77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3098" y="570874"/>
            <a:ext cx="1205804" cy="120736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4818A18-012F-A904-2DCC-C9FBE8418C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319" y="6531913"/>
            <a:ext cx="2011681" cy="2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9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977DE41-F078-4C3F-BC4F-2BA67BC1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501623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825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ADD5A9D-D08D-461C-9A50-E2568218B5D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DA08D0-A97E-A706-80E7-7AE3D71E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188" y="195472"/>
            <a:ext cx="10515600" cy="752338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F83D4-22B5-3E29-002B-F90C3D064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091024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 Display" panose="020B0004020202020204" pitchFamily="34" charset="0"/>
              <a:buChar char="◦"/>
              <a:defRPr>
                <a:latin typeface="Aptos Display" panose="020B0004020202020204" pitchFamily="34" charset="0"/>
                <a:cs typeface="Times New Roman" panose="02020603050405020304" pitchFamily="18" charset="0"/>
              </a:defRPr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 Display" panose="020B0004020202020204" pitchFamily="34" charset="0"/>
              <a:buChar char="◦"/>
              <a:defRPr>
                <a:latin typeface="Aptos Display" panose="020B00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 Display" panose="020B0004020202020204" pitchFamily="34" charset="0"/>
              <a:buChar char="◦"/>
              <a:defRPr>
                <a:latin typeface="Aptos Display" panose="020B00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 Display" panose="020B0004020202020204" pitchFamily="34" charset="0"/>
              <a:buChar char="◦"/>
              <a:defRPr>
                <a:latin typeface="Aptos Display" panose="020B00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 Display" panose="020B0004020202020204" pitchFamily="34" charset="0"/>
              <a:buChar char="◦"/>
              <a:defRPr>
                <a:latin typeface="Aptos Display" panose="020B000402020202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93DC24-3ED7-FD5D-A3EB-196B8C09BFE5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53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2048-2569-C98E-2719-F773BE6A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3ABB7-78ED-8E09-0FAB-35C535961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800"/>
            <a:ext cx="10515600" cy="5090400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9F32-B2A2-BFB4-517B-9E1B22AD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0CC8D-2F3F-18E9-C7EF-E0DB8AE7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2A9CB-0A33-9736-E835-DC276E25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21DB860-0971-D637-02E9-CE4D16306774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10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C871-64A7-615D-E458-62998632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18B37-8146-E990-3FA6-E2296D07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5515-C68D-B3B7-28B8-CFA938EF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41405-DC4D-DB7B-C0E0-110A1A62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4B2A0-8649-638A-DA6B-9F4A8BE9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0B9DA3C-38FD-1397-7615-E661F8BC96CB}"/>
              </a:ext>
            </a:extLst>
          </p:cNvPr>
          <p:cNvCxnSpPr>
            <a:cxnSpLocks/>
          </p:cNvCxnSpPr>
          <p:nvPr userDrawn="1"/>
        </p:nvCxnSpPr>
        <p:spPr>
          <a:xfrm>
            <a:off x="336000" y="4579518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58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67BA-6E26-64D5-4DF3-DDCD4BF2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44D9-BE10-1B4C-CF64-4FA02C54F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2800"/>
            <a:ext cx="5181600" cy="5090400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5D07A-6F48-AD25-5A54-4CE065D1F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2800"/>
            <a:ext cx="5181600" cy="5090400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A5DCF-0C64-DFA1-783E-436E3B6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DFA2C-7590-C678-A10E-8445BF9F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70312-C93B-5EA5-ADCD-6020D03C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5CA9B9A-AA9C-4CD1-1723-052E46E7728E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1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022E-42C4-62EA-9F8D-9CACC9D6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B144A-2EF5-CD66-5461-B36CC826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28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4450A-1A59-D316-AB30-B8F1A6F5B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77200"/>
            <a:ext cx="5157787" cy="4266000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C5B99-4C0A-A945-77C7-81A493F10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28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F6248-A62F-E1C4-CA25-EEAEE7508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7200"/>
            <a:ext cx="5183188" cy="4266000"/>
          </a:xfrm>
        </p:spPr>
        <p:txBody>
          <a:bodyPr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249B1-67F9-2C57-8039-C004EDC2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CAA06-6973-B495-0917-1E5CE04C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5D6807-5160-E473-672F-0D75FA1F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8F788D6-9537-490E-91A6-76BD7621B20C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77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AAE3-8E9B-3625-4771-E6D4DD8B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3FD8F-8AEC-22B6-AE93-FE6E91CC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FA60A-70D8-167D-3105-CEAA22A9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696DC-A481-7B88-B5D5-201947AD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6FF456A-1420-A789-5EF6-B1860E62844A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71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2C32F2-2F81-8BAC-A4E2-C0FCFB12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CF484-BFDC-AF4D-7730-A109A843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5CB82-C25F-F031-B535-D52D34B0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5E09486-8E04-CB86-254F-5B1DA6FD0404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44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0D52-2F92-D359-912F-2545D6EF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FBECE-96AB-90DB-4DF2-E7CD6B1EB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 sz="2800"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 sz="2400"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 sz="2000"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 sz="1800"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EB41A-2C7C-9A13-E4AD-3B9A57BAF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756D1-1C6B-80AC-6B79-FE9018E4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EE1E3-B7E5-47B8-CCCB-618C5A04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DCE71-EF77-5FCC-8B03-8FA4D510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38FBE2F-BFB2-8291-A1DB-C80741563BDF}"/>
              </a:ext>
            </a:extLst>
          </p:cNvPr>
          <p:cNvCxnSpPr>
            <a:cxnSpLocks/>
          </p:cNvCxnSpPr>
          <p:nvPr userDrawn="1"/>
        </p:nvCxnSpPr>
        <p:spPr>
          <a:xfrm>
            <a:off x="336000" y="2051992"/>
            <a:ext cx="45724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34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A1C1-5A1E-77FB-C540-9118F8CC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B02F0-7A54-CD26-7C5E-74244F5DF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38C7D-A1F7-8ACC-36A3-035D4E010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CEC3F-72FF-E634-B246-BA1D1D78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2222-0604-2A5B-DEDE-20146E1D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87369-4328-1E86-40AB-F1410094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0D0550E-4BD3-A38B-48AB-1D0F30E1E67A}"/>
              </a:ext>
            </a:extLst>
          </p:cNvPr>
          <p:cNvCxnSpPr>
            <a:cxnSpLocks/>
          </p:cNvCxnSpPr>
          <p:nvPr userDrawn="1"/>
        </p:nvCxnSpPr>
        <p:spPr>
          <a:xfrm>
            <a:off x="336000" y="2051992"/>
            <a:ext cx="45724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2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22C6-9BAD-88A9-048D-D524E8A4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2F09E-BF14-4D51-4E20-C4870413E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252800"/>
            <a:ext cx="10515600" cy="5090400"/>
          </a:xfrm>
        </p:spPr>
        <p:txBody>
          <a:bodyPr vert="eaVert"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F82EB-939E-B2D0-994E-D73FA893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FCA4D-8539-48EC-5F8D-D1B08086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AB38E-020D-0082-CF51-E08B2C60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67B7143-3290-400E-E7EF-3E8BE7335839}"/>
              </a:ext>
            </a:extLst>
          </p:cNvPr>
          <p:cNvCxnSpPr>
            <a:cxnSpLocks/>
          </p:cNvCxnSpPr>
          <p:nvPr userDrawn="1"/>
        </p:nvCxnSpPr>
        <p:spPr>
          <a:xfrm>
            <a:off x="336000" y="94781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703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A8650-D92F-A86B-8A55-485D2F968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390B4-6D43-4B2F-0101-8BA7EAC68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 marL="2286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1pPr>
            <a:lvl2pPr marL="6858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2pPr>
            <a:lvl3pPr marL="11430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3pPr>
            <a:lvl4pPr marL="16002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4pPr>
            <a:lvl5pPr marL="2057400" indent="-228600">
              <a:buClr>
                <a:schemeClr val="tx2">
                  <a:lumMod val="75000"/>
                  <a:lumOff val="25000"/>
                </a:schemeClr>
              </a:buClr>
              <a:buFont typeface="Aptos" panose="020B000402020202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697DE-B436-6AF3-23E8-099EE241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3F273-B04E-FD04-3067-C7936028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AFC46-F7FE-024A-F957-383E82FE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FA843-F93C-3A2A-0B60-2D201548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00" y="194400"/>
            <a:ext cx="10515600" cy="75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25F54-1538-EEFB-D682-2546870F7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2800"/>
            <a:ext cx="10515600" cy="509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E2A29-DAD3-14E5-84AD-707C055EF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1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2088D-96F8-4C4A-98F8-D9168DFA6CA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AC444-4E83-917A-1370-DCF44BA86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1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E5961-B9D7-7373-8F43-080B7649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01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4CC4E-F7CD-4D15-8480-EA9F491854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51F948B-AE13-C218-FB50-FFD4A240BF19}"/>
              </a:ext>
            </a:extLst>
          </p:cNvPr>
          <p:cNvCxnSpPr>
            <a:cxnSpLocks/>
          </p:cNvCxnSpPr>
          <p:nvPr userDrawn="1"/>
        </p:nvCxnSpPr>
        <p:spPr>
          <a:xfrm>
            <a:off x="336000" y="6422990"/>
            <a:ext cx="115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104F725-DE65-5FF3-E9EA-CCDF3386A02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319" y="6531913"/>
            <a:ext cx="2011681" cy="2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5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ptos" panose="020B000402020202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ptos" panose="020B0004020202020204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ptos" panose="020B00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ptos" panose="020B00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ptos" panose="020B00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1B1D7-CA0A-44A0-63D5-A4AF650AF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E922EE-41AE-BD9E-7767-2BB331E64F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Jisu Song</a:t>
            </a:r>
          </a:p>
          <a:p>
            <a:pPr marL="0" indent="0" algn="ctr">
              <a:buNone/>
            </a:pPr>
            <a:r>
              <a:rPr lang="en-GB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Masters in Electronics and Electrical Engineering</a:t>
            </a:r>
          </a:p>
          <a:p>
            <a:pPr marL="0" indent="0" algn="ctr">
              <a:buNone/>
            </a:pPr>
            <a:r>
              <a:rPr lang="en-GB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Intelligence Lab</a:t>
            </a:r>
          </a:p>
          <a:p>
            <a:pPr marL="0" indent="0" algn="ctr">
              <a:buNone/>
            </a:pPr>
            <a:r>
              <a:rPr lang="en-GB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Prof. </a:t>
            </a:r>
            <a:r>
              <a:rPr lang="en-GB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Sangmoon</a:t>
            </a:r>
            <a:r>
              <a:rPr lang="en-GB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</a:t>
            </a:r>
          </a:p>
        </p:txBody>
      </p:sp>
    </p:spTree>
    <p:extLst>
      <p:ext uri="{BB962C8B-B14F-4D97-AF65-F5344CB8AC3E}">
        <p14:creationId xmlns:p14="http://schemas.microsoft.com/office/powerpoint/2010/main" val="84668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08647-5B2C-9C7F-AAEE-99018C96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E916D3-CF69-9EED-D30B-3C7AE12E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dirty="0"/>
              <a:t>Abstract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Introduction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Methodology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Results &amp; Discussions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28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099B-A7EC-A68E-C9E5-722BDE42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DDA0-52A5-C8D9-BA78-34AE111BF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253331"/>
            <a:ext cx="11027664" cy="4351338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GB" sz="1800" dirty="0"/>
              <a:t>	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109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A86C4-3F58-B786-BEB6-EF87BAB8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17EEF-5347-727F-64D6-A1FF40A1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8BBF-A303-4E56-C7CA-6EF313B3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253331"/>
            <a:ext cx="6211824" cy="5080794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3588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443B-8B69-56A6-7B0B-9D28485B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4DD3F-CEC8-328E-9D95-C01009728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altLang="ko-KR" dirty="0"/>
              <a:t>&lt;Structure diagram&gt;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795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F8A9-FA87-CC48-E87B-4B0967B7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A626-8790-21F7-F7F5-315C771F9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029827"/>
          </a:xfrm>
        </p:spPr>
        <p:txBody>
          <a:bodyPr>
            <a:noAutofit/>
          </a:bodyPr>
          <a:lstStyle/>
          <a:p>
            <a:endParaRPr lang="ar-AE" sz="1800" dirty="0"/>
          </a:p>
        </p:txBody>
      </p:sp>
    </p:spTree>
    <p:extLst>
      <p:ext uri="{BB962C8B-B14F-4D97-AF65-F5344CB8AC3E}">
        <p14:creationId xmlns:p14="http://schemas.microsoft.com/office/powerpoint/2010/main" val="278633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834C-C07D-1B9E-910B-9BF97A64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CF92-8CCA-3899-3D0C-6E5E1FB0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 Discussions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049DE6-EE6A-3125-10A4-3B3F769B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altLang="ko-KR" dirty="0"/>
              <a:t>&lt;Graphs&gt;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42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099B-A7EC-A68E-C9E5-722BDE42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DDA0-52A5-C8D9-BA78-34AE111BF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253331"/>
            <a:ext cx="11027664" cy="4351338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GB" sz="1800" dirty="0"/>
              <a:t>	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8445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9878E2-ACB0-BC95-5CF8-6C5137DA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313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5FE19220-42FC-4722-875E-B28842256518}" vid="{846EF6B9-C3A2-4ED1-82EC-4BBBEA0A2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44</Words>
  <Application>Microsoft Office PowerPoint</Application>
  <PresentationFormat>와이드스크린</PresentationFormat>
  <Paragraphs>21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프레젠테이션</vt:lpstr>
      <vt:lpstr>Contents</vt:lpstr>
      <vt:lpstr>Abstract</vt:lpstr>
      <vt:lpstr>Introduction</vt:lpstr>
      <vt:lpstr>Methodology </vt:lpstr>
      <vt:lpstr>Methodology</vt:lpstr>
      <vt:lpstr>Results &amp;  Discussions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Lingalamanisha Manisha</dc:creator>
  <cp:lastModifiedBy>송지수</cp:lastModifiedBy>
  <cp:revision>26</cp:revision>
  <dcterms:created xsi:type="dcterms:W3CDTF">2025-11-06T11:22:45Z</dcterms:created>
  <dcterms:modified xsi:type="dcterms:W3CDTF">2026-06-08T11:15:45Z</dcterms:modified>
</cp:coreProperties>
</file>